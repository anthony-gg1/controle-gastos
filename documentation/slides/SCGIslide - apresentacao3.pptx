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53ED82-4BDE-4493-AE21-C0F1009D12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BFDB56D-C696-41EC-BDD4-5196931A1F41}">
      <dgm:prSet/>
      <dgm:spPr/>
      <dgm:t>
        <a:bodyPr/>
        <a:lstStyle/>
        <a:p>
          <a:r>
            <a:rPr lang="pt-BR"/>
            <a:t>HTML</a:t>
          </a:r>
        </a:p>
      </dgm:t>
    </dgm:pt>
    <dgm:pt modelId="{1D41AFF1-216B-4776-A652-DC184077612C}" type="parTrans" cxnId="{DDF560C3-27A7-4116-A480-67B6578C432E}">
      <dgm:prSet/>
      <dgm:spPr/>
      <dgm:t>
        <a:bodyPr/>
        <a:lstStyle/>
        <a:p>
          <a:endParaRPr lang="pt-BR"/>
        </a:p>
      </dgm:t>
    </dgm:pt>
    <dgm:pt modelId="{8990F68F-997C-428D-BD38-FE3608820A55}" type="sibTrans" cxnId="{DDF560C3-27A7-4116-A480-67B6578C432E}">
      <dgm:prSet/>
      <dgm:spPr/>
      <dgm:t>
        <a:bodyPr/>
        <a:lstStyle/>
        <a:p>
          <a:endParaRPr lang="pt-BR"/>
        </a:p>
      </dgm:t>
    </dgm:pt>
    <dgm:pt modelId="{66A36D0F-E462-4791-BACD-A6092973C08B}">
      <dgm:prSet/>
      <dgm:spPr/>
      <dgm:t>
        <a:bodyPr/>
        <a:lstStyle/>
        <a:p>
          <a:r>
            <a:rPr lang="pt-BR" dirty="0" err="1"/>
            <a:t>Bootstrap</a:t>
          </a:r>
          <a:endParaRPr lang="pt-BR" dirty="0"/>
        </a:p>
      </dgm:t>
    </dgm:pt>
    <dgm:pt modelId="{1C32BF27-B417-4D1D-8D8C-9BD642B908BC}" type="parTrans" cxnId="{8F29A833-38C6-4FF3-BAE4-184CD0ADEC3B}">
      <dgm:prSet/>
      <dgm:spPr/>
      <dgm:t>
        <a:bodyPr/>
        <a:lstStyle/>
        <a:p>
          <a:endParaRPr lang="pt-BR"/>
        </a:p>
      </dgm:t>
    </dgm:pt>
    <dgm:pt modelId="{9B822EC7-E599-4E9F-A80C-CA0BF731D83F}" type="sibTrans" cxnId="{8F29A833-38C6-4FF3-BAE4-184CD0ADEC3B}">
      <dgm:prSet/>
      <dgm:spPr/>
      <dgm:t>
        <a:bodyPr/>
        <a:lstStyle/>
        <a:p>
          <a:endParaRPr lang="pt-BR"/>
        </a:p>
      </dgm:t>
    </dgm:pt>
    <dgm:pt modelId="{5EFC95AE-F7AF-410A-B773-E2E634DAF716}">
      <dgm:prSet/>
      <dgm:spPr/>
      <dgm:t>
        <a:bodyPr/>
        <a:lstStyle/>
        <a:p>
          <a:r>
            <a:rPr lang="pt-BR"/>
            <a:t>CSS</a:t>
          </a:r>
        </a:p>
      </dgm:t>
    </dgm:pt>
    <dgm:pt modelId="{D162B30D-EE46-4985-964A-2576332B12D1}" type="parTrans" cxnId="{E37D5697-D93C-4AB3-AAC3-FD5FB39BFEE4}">
      <dgm:prSet/>
      <dgm:spPr/>
      <dgm:t>
        <a:bodyPr/>
        <a:lstStyle/>
        <a:p>
          <a:endParaRPr lang="pt-BR"/>
        </a:p>
      </dgm:t>
    </dgm:pt>
    <dgm:pt modelId="{BE576AE5-7025-4729-AF1D-5C3613900B85}" type="sibTrans" cxnId="{E37D5697-D93C-4AB3-AAC3-FD5FB39BFEE4}">
      <dgm:prSet/>
      <dgm:spPr/>
      <dgm:t>
        <a:bodyPr/>
        <a:lstStyle/>
        <a:p>
          <a:endParaRPr lang="pt-BR"/>
        </a:p>
      </dgm:t>
    </dgm:pt>
    <dgm:pt modelId="{CE9C86C5-D057-4062-8799-09D8A4870B8C}">
      <dgm:prSet/>
      <dgm:spPr/>
      <dgm:t>
        <a:bodyPr/>
        <a:lstStyle/>
        <a:p>
          <a:r>
            <a:rPr lang="pt-BR" dirty="0" err="1"/>
            <a:t>JavaScript</a:t>
          </a:r>
          <a:endParaRPr lang="pt-BR" dirty="0"/>
        </a:p>
      </dgm:t>
    </dgm:pt>
    <dgm:pt modelId="{172F36E3-4DF4-4F4F-A850-7185911E4CE2}" type="parTrans" cxnId="{3F2D4AA9-20F0-4AA2-B45F-A198513FCA03}">
      <dgm:prSet/>
      <dgm:spPr/>
      <dgm:t>
        <a:bodyPr/>
        <a:lstStyle/>
        <a:p>
          <a:endParaRPr lang="pt-BR"/>
        </a:p>
      </dgm:t>
    </dgm:pt>
    <dgm:pt modelId="{7DDD6374-868B-44E0-A2B6-14EB95B59A63}" type="sibTrans" cxnId="{3F2D4AA9-20F0-4AA2-B45F-A198513FCA03}">
      <dgm:prSet/>
      <dgm:spPr/>
      <dgm:t>
        <a:bodyPr/>
        <a:lstStyle/>
        <a:p>
          <a:endParaRPr lang="pt-BR"/>
        </a:p>
      </dgm:t>
    </dgm:pt>
    <dgm:pt modelId="{7E9E0DC8-CB8E-43BE-8718-01F13E1490C0}">
      <dgm:prSet/>
      <dgm:spPr/>
      <dgm:t>
        <a:bodyPr/>
        <a:lstStyle/>
        <a:p>
          <a:r>
            <a:rPr lang="pt-BR" dirty="0"/>
            <a:t>Http Server</a:t>
          </a:r>
        </a:p>
      </dgm:t>
    </dgm:pt>
    <dgm:pt modelId="{4D8C22B5-C5B9-4563-AE1F-C871284DDD0B}" type="parTrans" cxnId="{E79EE455-D7D5-4322-9D69-9B6A4576AB14}">
      <dgm:prSet/>
      <dgm:spPr/>
      <dgm:t>
        <a:bodyPr/>
        <a:lstStyle/>
        <a:p>
          <a:endParaRPr lang="pt-BR"/>
        </a:p>
      </dgm:t>
    </dgm:pt>
    <dgm:pt modelId="{4B1E9AE3-3B81-428A-9EFD-A1299D642F87}" type="sibTrans" cxnId="{E79EE455-D7D5-4322-9D69-9B6A4576AB14}">
      <dgm:prSet/>
      <dgm:spPr/>
      <dgm:t>
        <a:bodyPr/>
        <a:lstStyle/>
        <a:p>
          <a:endParaRPr lang="pt-BR"/>
        </a:p>
      </dgm:t>
    </dgm:pt>
    <dgm:pt modelId="{1D25C056-7885-4465-85CF-9946C6FF1F60}">
      <dgm:prSet/>
      <dgm:spPr/>
      <dgm:t>
        <a:bodyPr/>
        <a:lstStyle/>
        <a:p>
          <a:r>
            <a:rPr lang="pt-BR" dirty="0"/>
            <a:t>Chart.js</a:t>
          </a:r>
        </a:p>
      </dgm:t>
    </dgm:pt>
    <dgm:pt modelId="{FD1D4006-96F4-47A7-9905-2D252C9C86AD}" type="parTrans" cxnId="{69FA0E30-8360-48A4-AF59-1C246054CA0F}">
      <dgm:prSet/>
      <dgm:spPr/>
      <dgm:t>
        <a:bodyPr/>
        <a:lstStyle/>
        <a:p>
          <a:endParaRPr lang="pt-BR"/>
        </a:p>
      </dgm:t>
    </dgm:pt>
    <dgm:pt modelId="{931EB51B-6D01-48CE-9A99-88C5BAE1612C}" type="sibTrans" cxnId="{69FA0E30-8360-48A4-AF59-1C246054CA0F}">
      <dgm:prSet/>
      <dgm:spPr/>
      <dgm:t>
        <a:bodyPr/>
        <a:lstStyle/>
        <a:p>
          <a:endParaRPr lang="pt-BR"/>
        </a:p>
      </dgm:t>
    </dgm:pt>
    <dgm:pt modelId="{78F3E5D9-5079-4213-9BA2-194E0CE0F3A3}" type="pres">
      <dgm:prSet presAssocID="{0653ED82-4BDE-4493-AE21-C0F1009D1239}" presName="linear" presStyleCnt="0">
        <dgm:presLayoutVars>
          <dgm:animLvl val="lvl"/>
          <dgm:resizeHandles val="exact"/>
        </dgm:presLayoutVars>
      </dgm:prSet>
      <dgm:spPr/>
    </dgm:pt>
    <dgm:pt modelId="{DD3E1963-613E-4AFB-A464-BCCF1C10E4BE}" type="pres">
      <dgm:prSet presAssocID="{8BFDB56D-C696-41EC-BDD4-5196931A1F4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44F9A89-61E1-4CD1-B1D3-129F9EF4E727}" type="pres">
      <dgm:prSet presAssocID="{8990F68F-997C-428D-BD38-FE3608820A55}" presName="spacer" presStyleCnt="0"/>
      <dgm:spPr/>
    </dgm:pt>
    <dgm:pt modelId="{B1D0A4C6-63EE-4905-B1E2-E9212772DC1D}" type="pres">
      <dgm:prSet presAssocID="{66A36D0F-E462-4791-BACD-A6092973C08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BAA7548-0C69-40AE-A09D-B72004A799D5}" type="pres">
      <dgm:prSet presAssocID="{9B822EC7-E599-4E9F-A80C-CA0BF731D83F}" presName="spacer" presStyleCnt="0"/>
      <dgm:spPr/>
    </dgm:pt>
    <dgm:pt modelId="{D0308F5E-F3DC-4F60-A030-7D594D408977}" type="pres">
      <dgm:prSet presAssocID="{5EFC95AE-F7AF-410A-B773-E2E634DAF71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673D35B-FA92-4F27-B0AA-5FDB368B14D5}" type="pres">
      <dgm:prSet presAssocID="{BE576AE5-7025-4729-AF1D-5C3613900B85}" presName="spacer" presStyleCnt="0"/>
      <dgm:spPr/>
    </dgm:pt>
    <dgm:pt modelId="{23D8E5F0-36F0-4F91-BF58-13A3DE62725C}" type="pres">
      <dgm:prSet presAssocID="{CE9C86C5-D057-4062-8799-09D8A4870B8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2AB998F-9A3D-496B-A340-61121BA995E8}" type="pres">
      <dgm:prSet presAssocID="{7DDD6374-868B-44E0-A2B6-14EB95B59A63}" presName="spacer" presStyleCnt="0"/>
      <dgm:spPr/>
    </dgm:pt>
    <dgm:pt modelId="{0D3FEC68-4919-4722-AAE3-C763CD901DF5}" type="pres">
      <dgm:prSet presAssocID="{1D25C056-7885-4465-85CF-9946C6FF1F6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88087E5-9479-4863-8852-E3A22C6CC752}" type="pres">
      <dgm:prSet presAssocID="{931EB51B-6D01-48CE-9A99-88C5BAE1612C}" presName="spacer" presStyleCnt="0"/>
      <dgm:spPr/>
    </dgm:pt>
    <dgm:pt modelId="{13A04DA7-7286-4FBD-8495-1D48D76614E2}" type="pres">
      <dgm:prSet presAssocID="{7E9E0DC8-CB8E-43BE-8718-01F13E1490C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9FA0E30-8360-48A4-AF59-1C246054CA0F}" srcId="{0653ED82-4BDE-4493-AE21-C0F1009D1239}" destId="{1D25C056-7885-4465-85CF-9946C6FF1F60}" srcOrd="4" destOrd="0" parTransId="{FD1D4006-96F4-47A7-9905-2D252C9C86AD}" sibTransId="{931EB51B-6D01-48CE-9A99-88C5BAE1612C}"/>
    <dgm:cxn modelId="{8F29A833-38C6-4FF3-BAE4-184CD0ADEC3B}" srcId="{0653ED82-4BDE-4493-AE21-C0F1009D1239}" destId="{66A36D0F-E462-4791-BACD-A6092973C08B}" srcOrd="1" destOrd="0" parTransId="{1C32BF27-B417-4D1D-8D8C-9BD642B908BC}" sibTransId="{9B822EC7-E599-4E9F-A80C-CA0BF731D83F}"/>
    <dgm:cxn modelId="{ACF2DF3C-9BBB-47F0-A41A-453F8179FAAD}" type="presOf" srcId="{1D25C056-7885-4465-85CF-9946C6FF1F60}" destId="{0D3FEC68-4919-4722-AAE3-C763CD901DF5}" srcOrd="0" destOrd="0" presId="urn:microsoft.com/office/officeart/2005/8/layout/vList2"/>
    <dgm:cxn modelId="{0C23F947-177A-448C-8BB9-985D8DABB215}" type="presOf" srcId="{8BFDB56D-C696-41EC-BDD4-5196931A1F41}" destId="{DD3E1963-613E-4AFB-A464-BCCF1C10E4BE}" srcOrd="0" destOrd="0" presId="urn:microsoft.com/office/officeart/2005/8/layout/vList2"/>
    <dgm:cxn modelId="{E79EE455-D7D5-4322-9D69-9B6A4576AB14}" srcId="{0653ED82-4BDE-4493-AE21-C0F1009D1239}" destId="{7E9E0DC8-CB8E-43BE-8718-01F13E1490C0}" srcOrd="5" destOrd="0" parTransId="{4D8C22B5-C5B9-4563-AE1F-C871284DDD0B}" sibTransId="{4B1E9AE3-3B81-428A-9EFD-A1299D642F87}"/>
    <dgm:cxn modelId="{03BAC083-1909-495D-9520-DE6372AEE11F}" type="presOf" srcId="{5EFC95AE-F7AF-410A-B773-E2E634DAF716}" destId="{D0308F5E-F3DC-4F60-A030-7D594D408977}" srcOrd="0" destOrd="0" presId="urn:microsoft.com/office/officeart/2005/8/layout/vList2"/>
    <dgm:cxn modelId="{E37D5697-D93C-4AB3-AAC3-FD5FB39BFEE4}" srcId="{0653ED82-4BDE-4493-AE21-C0F1009D1239}" destId="{5EFC95AE-F7AF-410A-B773-E2E634DAF716}" srcOrd="2" destOrd="0" parTransId="{D162B30D-EE46-4985-964A-2576332B12D1}" sibTransId="{BE576AE5-7025-4729-AF1D-5C3613900B85}"/>
    <dgm:cxn modelId="{3F2D4AA9-20F0-4AA2-B45F-A198513FCA03}" srcId="{0653ED82-4BDE-4493-AE21-C0F1009D1239}" destId="{CE9C86C5-D057-4062-8799-09D8A4870B8C}" srcOrd="3" destOrd="0" parTransId="{172F36E3-4DF4-4F4F-A850-7185911E4CE2}" sibTransId="{7DDD6374-868B-44E0-A2B6-14EB95B59A63}"/>
    <dgm:cxn modelId="{6663BEBE-7697-4B73-AE41-F6DAF9770B7D}" type="presOf" srcId="{66A36D0F-E462-4791-BACD-A6092973C08B}" destId="{B1D0A4C6-63EE-4905-B1E2-E9212772DC1D}" srcOrd="0" destOrd="0" presId="urn:microsoft.com/office/officeart/2005/8/layout/vList2"/>
    <dgm:cxn modelId="{DDF560C3-27A7-4116-A480-67B6578C432E}" srcId="{0653ED82-4BDE-4493-AE21-C0F1009D1239}" destId="{8BFDB56D-C696-41EC-BDD4-5196931A1F41}" srcOrd="0" destOrd="0" parTransId="{1D41AFF1-216B-4776-A652-DC184077612C}" sibTransId="{8990F68F-997C-428D-BD38-FE3608820A55}"/>
    <dgm:cxn modelId="{EDFB1DDF-97E9-477B-8F22-FB4740FC9E9C}" type="presOf" srcId="{0653ED82-4BDE-4493-AE21-C0F1009D1239}" destId="{78F3E5D9-5079-4213-9BA2-194E0CE0F3A3}" srcOrd="0" destOrd="0" presId="urn:microsoft.com/office/officeart/2005/8/layout/vList2"/>
    <dgm:cxn modelId="{908FCFE5-85A9-406B-AF3F-1004E0BF2A83}" type="presOf" srcId="{7E9E0DC8-CB8E-43BE-8718-01F13E1490C0}" destId="{13A04DA7-7286-4FBD-8495-1D48D76614E2}" srcOrd="0" destOrd="0" presId="urn:microsoft.com/office/officeart/2005/8/layout/vList2"/>
    <dgm:cxn modelId="{5024E6FF-00EE-4B8B-AAA5-875C567CEAC1}" type="presOf" srcId="{CE9C86C5-D057-4062-8799-09D8A4870B8C}" destId="{23D8E5F0-36F0-4F91-BF58-13A3DE62725C}" srcOrd="0" destOrd="0" presId="urn:microsoft.com/office/officeart/2005/8/layout/vList2"/>
    <dgm:cxn modelId="{81DE5A48-A1D2-4076-A5BF-0C00C7C88FCF}" type="presParOf" srcId="{78F3E5D9-5079-4213-9BA2-194E0CE0F3A3}" destId="{DD3E1963-613E-4AFB-A464-BCCF1C10E4BE}" srcOrd="0" destOrd="0" presId="urn:microsoft.com/office/officeart/2005/8/layout/vList2"/>
    <dgm:cxn modelId="{C260171F-E305-41CB-AB08-020CA1091A33}" type="presParOf" srcId="{78F3E5D9-5079-4213-9BA2-194E0CE0F3A3}" destId="{F44F9A89-61E1-4CD1-B1D3-129F9EF4E727}" srcOrd="1" destOrd="0" presId="urn:microsoft.com/office/officeart/2005/8/layout/vList2"/>
    <dgm:cxn modelId="{EC7E81A1-F07A-4344-9409-E2F97CB3ED3B}" type="presParOf" srcId="{78F3E5D9-5079-4213-9BA2-194E0CE0F3A3}" destId="{B1D0A4C6-63EE-4905-B1E2-E9212772DC1D}" srcOrd="2" destOrd="0" presId="urn:microsoft.com/office/officeart/2005/8/layout/vList2"/>
    <dgm:cxn modelId="{E62A27B9-4483-44E0-94AD-880133687330}" type="presParOf" srcId="{78F3E5D9-5079-4213-9BA2-194E0CE0F3A3}" destId="{1BAA7548-0C69-40AE-A09D-B72004A799D5}" srcOrd="3" destOrd="0" presId="urn:microsoft.com/office/officeart/2005/8/layout/vList2"/>
    <dgm:cxn modelId="{45B9DDBA-42F0-439A-AF2E-8AD960C219E3}" type="presParOf" srcId="{78F3E5D9-5079-4213-9BA2-194E0CE0F3A3}" destId="{D0308F5E-F3DC-4F60-A030-7D594D408977}" srcOrd="4" destOrd="0" presId="urn:microsoft.com/office/officeart/2005/8/layout/vList2"/>
    <dgm:cxn modelId="{D8C0622C-686B-4654-9F19-75B3FFC209EC}" type="presParOf" srcId="{78F3E5D9-5079-4213-9BA2-194E0CE0F3A3}" destId="{E673D35B-FA92-4F27-B0AA-5FDB368B14D5}" srcOrd="5" destOrd="0" presId="urn:microsoft.com/office/officeart/2005/8/layout/vList2"/>
    <dgm:cxn modelId="{6C11C3CE-3934-47E2-9699-EA26AFF45DBC}" type="presParOf" srcId="{78F3E5D9-5079-4213-9BA2-194E0CE0F3A3}" destId="{23D8E5F0-36F0-4F91-BF58-13A3DE62725C}" srcOrd="6" destOrd="0" presId="urn:microsoft.com/office/officeart/2005/8/layout/vList2"/>
    <dgm:cxn modelId="{2CBE9952-5327-4450-B11A-61C904BCE9D6}" type="presParOf" srcId="{78F3E5D9-5079-4213-9BA2-194E0CE0F3A3}" destId="{12AB998F-9A3D-496B-A340-61121BA995E8}" srcOrd="7" destOrd="0" presId="urn:microsoft.com/office/officeart/2005/8/layout/vList2"/>
    <dgm:cxn modelId="{D1DB6116-3A39-4C9C-8C1B-314D1E5A74EC}" type="presParOf" srcId="{78F3E5D9-5079-4213-9BA2-194E0CE0F3A3}" destId="{0D3FEC68-4919-4722-AAE3-C763CD901DF5}" srcOrd="8" destOrd="0" presId="urn:microsoft.com/office/officeart/2005/8/layout/vList2"/>
    <dgm:cxn modelId="{0A774A33-0486-4F46-AB80-2BB1C112B86B}" type="presParOf" srcId="{78F3E5D9-5079-4213-9BA2-194E0CE0F3A3}" destId="{D88087E5-9479-4863-8852-E3A22C6CC752}" srcOrd="9" destOrd="0" presId="urn:microsoft.com/office/officeart/2005/8/layout/vList2"/>
    <dgm:cxn modelId="{C6A03EBE-3953-4DCC-AA59-C3BC9433F49E}" type="presParOf" srcId="{78F3E5D9-5079-4213-9BA2-194E0CE0F3A3}" destId="{13A04DA7-7286-4FBD-8495-1D48D76614E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B1D0A3-ED86-4C7E-9923-C5ACC45FD6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6E7F32CA-1CA8-47D1-9C29-B52D462FF2BA}">
      <dgm:prSet/>
      <dgm:spPr/>
      <dgm:t>
        <a:bodyPr/>
        <a:lstStyle/>
        <a:p>
          <a:r>
            <a:rPr lang="pt-BR"/>
            <a:t>Homepage</a:t>
          </a:r>
        </a:p>
      </dgm:t>
    </dgm:pt>
    <dgm:pt modelId="{6F353536-871F-4568-A211-18FAD005EFEF}" type="parTrans" cxnId="{35DABAE2-D03D-4BD9-B4E4-BABF3EDEE7AD}">
      <dgm:prSet/>
      <dgm:spPr/>
      <dgm:t>
        <a:bodyPr/>
        <a:lstStyle/>
        <a:p>
          <a:endParaRPr lang="pt-BR"/>
        </a:p>
      </dgm:t>
    </dgm:pt>
    <dgm:pt modelId="{DE1815B3-C554-4F1C-A9BF-6C1E2B78EC9C}" type="sibTrans" cxnId="{35DABAE2-D03D-4BD9-B4E4-BABF3EDEE7AD}">
      <dgm:prSet/>
      <dgm:spPr/>
      <dgm:t>
        <a:bodyPr/>
        <a:lstStyle/>
        <a:p>
          <a:endParaRPr lang="pt-BR"/>
        </a:p>
      </dgm:t>
    </dgm:pt>
    <dgm:pt modelId="{41E8DDEB-F25A-4DAD-98AB-FFD31EAF33AB}">
      <dgm:prSet/>
      <dgm:spPr/>
      <dgm:t>
        <a:bodyPr/>
        <a:lstStyle/>
        <a:p>
          <a:r>
            <a:rPr lang="pt-BR"/>
            <a:t>Sobre o Projeto</a:t>
          </a:r>
        </a:p>
      </dgm:t>
    </dgm:pt>
    <dgm:pt modelId="{8878AA96-93CF-4B0B-B642-72A0AA8183B3}" type="parTrans" cxnId="{AD2BFB73-B5F7-4F3A-8DE4-53EB05A4350A}">
      <dgm:prSet/>
      <dgm:spPr/>
      <dgm:t>
        <a:bodyPr/>
        <a:lstStyle/>
        <a:p>
          <a:endParaRPr lang="pt-BR"/>
        </a:p>
      </dgm:t>
    </dgm:pt>
    <dgm:pt modelId="{EC989961-5B1C-47C2-A58D-8BE39D775DE3}" type="sibTrans" cxnId="{AD2BFB73-B5F7-4F3A-8DE4-53EB05A4350A}">
      <dgm:prSet/>
      <dgm:spPr/>
      <dgm:t>
        <a:bodyPr/>
        <a:lstStyle/>
        <a:p>
          <a:endParaRPr lang="pt-BR"/>
        </a:p>
      </dgm:t>
    </dgm:pt>
    <dgm:pt modelId="{94DFB0AA-1B7A-4651-940F-85C05AC272F6}">
      <dgm:prSet/>
      <dgm:spPr/>
      <dgm:t>
        <a:bodyPr/>
        <a:lstStyle/>
        <a:p>
          <a:r>
            <a:rPr lang="pt-BR"/>
            <a:t>Sobre Nós</a:t>
          </a:r>
        </a:p>
      </dgm:t>
    </dgm:pt>
    <dgm:pt modelId="{96C6DCC2-C5D5-4F1F-BEDD-A51F1EA146BC}" type="parTrans" cxnId="{F6B74C44-16A6-4FE6-BCC6-3D96EEDA723F}">
      <dgm:prSet/>
      <dgm:spPr/>
      <dgm:t>
        <a:bodyPr/>
        <a:lstStyle/>
        <a:p>
          <a:endParaRPr lang="pt-BR"/>
        </a:p>
      </dgm:t>
    </dgm:pt>
    <dgm:pt modelId="{82413956-348D-42BA-97CA-D917C3E9389A}" type="sibTrans" cxnId="{F6B74C44-16A6-4FE6-BCC6-3D96EEDA723F}">
      <dgm:prSet/>
      <dgm:spPr/>
      <dgm:t>
        <a:bodyPr/>
        <a:lstStyle/>
        <a:p>
          <a:endParaRPr lang="pt-BR"/>
        </a:p>
      </dgm:t>
    </dgm:pt>
    <dgm:pt modelId="{6770DABE-5868-4F3F-9979-EF428D36C9A6}">
      <dgm:prSet/>
      <dgm:spPr/>
      <dgm:t>
        <a:bodyPr/>
        <a:lstStyle/>
        <a:p>
          <a:r>
            <a:rPr lang="pt-BR"/>
            <a:t>Metas</a:t>
          </a:r>
        </a:p>
      </dgm:t>
    </dgm:pt>
    <dgm:pt modelId="{D3A11D83-AFF2-4EEB-B9CB-52246210847B}" type="parTrans" cxnId="{88E2DF1B-609D-4F2A-B07E-3C034B5B505B}">
      <dgm:prSet/>
      <dgm:spPr/>
      <dgm:t>
        <a:bodyPr/>
        <a:lstStyle/>
        <a:p>
          <a:endParaRPr lang="pt-BR"/>
        </a:p>
      </dgm:t>
    </dgm:pt>
    <dgm:pt modelId="{2ADCB07D-5E83-4FF0-80FC-3C88E2D1EB62}" type="sibTrans" cxnId="{88E2DF1B-609D-4F2A-B07E-3C034B5B505B}">
      <dgm:prSet/>
      <dgm:spPr/>
      <dgm:t>
        <a:bodyPr/>
        <a:lstStyle/>
        <a:p>
          <a:endParaRPr lang="pt-BR"/>
        </a:p>
      </dgm:t>
    </dgm:pt>
    <dgm:pt modelId="{BB1056FC-67D8-418E-837D-FACD9CAD49C8}">
      <dgm:prSet/>
      <dgm:spPr/>
      <dgm:t>
        <a:bodyPr/>
        <a:lstStyle/>
        <a:p>
          <a:r>
            <a:rPr lang="pt-BR"/>
            <a:t>Ajuda</a:t>
          </a:r>
        </a:p>
      </dgm:t>
    </dgm:pt>
    <dgm:pt modelId="{BB883AFE-E1E3-467F-9CF6-F6A616CB9905}" type="parTrans" cxnId="{C245057B-8D55-42C8-A63A-B44B34255F37}">
      <dgm:prSet/>
      <dgm:spPr/>
      <dgm:t>
        <a:bodyPr/>
        <a:lstStyle/>
        <a:p>
          <a:endParaRPr lang="pt-BR"/>
        </a:p>
      </dgm:t>
    </dgm:pt>
    <dgm:pt modelId="{8158AD19-877A-45E2-A1CF-A7139E39EED8}" type="sibTrans" cxnId="{C245057B-8D55-42C8-A63A-B44B34255F37}">
      <dgm:prSet/>
      <dgm:spPr/>
      <dgm:t>
        <a:bodyPr/>
        <a:lstStyle/>
        <a:p>
          <a:endParaRPr lang="pt-BR"/>
        </a:p>
      </dgm:t>
    </dgm:pt>
    <dgm:pt modelId="{FE95C58E-0997-452D-82E1-2A10533E42F2}">
      <dgm:prSet/>
      <dgm:spPr/>
      <dgm:t>
        <a:bodyPr/>
        <a:lstStyle/>
        <a:p>
          <a:r>
            <a:rPr lang="pt-BR"/>
            <a:t>Histórico de Transações</a:t>
          </a:r>
        </a:p>
      </dgm:t>
    </dgm:pt>
    <dgm:pt modelId="{42E30A14-DB8C-4746-92D2-D5F58387D009}" type="parTrans" cxnId="{91894677-8A5C-404F-B421-3A5925D2C365}">
      <dgm:prSet/>
      <dgm:spPr/>
      <dgm:t>
        <a:bodyPr/>
        <a:lstStyle/>
        <a:p>
          <a:endParaRPr lang="pt-BR"/>
        </a:p>
      </dgm:t>
    </dgm:pt>
    <dgm:pt modelId="{9B30E701-438C-428B-8F3D-D96DBC22B6A9}" type="sibTrans" cxnId="{91894677-8A5C-404F-B421-3A5925D2C365}">
      <dgm:prSet/>
      <dgm:spPr/>
      <dgm:t>
        <a:bodyPr/>
        <a:lstStyle/>
        <a:p>
          <a:endParaRPr lang="pt-BR"/>
        </a:p>
      </dgm:t>
    </dgm:pt>
    <dgm:pt modelId="{2E7D78C6-D7CC-40BB-8814-E7287A829283}">
      <dgm:prSet/>
      <dgm:spPr/>
      <dgm:t>
        <a:bodyPr/>
        <a:lstStyle/>
        <a:p>
          <a:r>
            <a:rPr lang="pt-BR"/>
            <a:t>Relatórios em Gráficos</a:t>
          </a:r>
        </a:p>
      </dgm:t>
    </dgm:pt>
    <dgm:pt modelId="{0C7691BE-75DE-4160-A9B0-E00EDE845892}" type="parTrans" cxnId="{96B5FBA7-4153-44AA-812D-691CA62BB9EC}">
      <dgm:prSet/>
      <dgm:spPr/>
      <dgm:t>
        <a:bodyPr/>
        <a:lstStyle/>
        <a:p>
          <a:endParaRPr lang="pt-BR"/>
        </a:p>
      </dgm:t>
    </dgm:pt>
    <dgm:pt modelId="{805BDF3C-9E90-4368-8EB8-726A66AF3235}" type="sibTrans" cxnId="{96B5FBA7-4153-44AA-812D-691CA62BB9EC}">
      <dgm:prSet/>
      <dgm:spPr/>
      <dgm:t>
        <a:bodyPr/>
        <a:lstStyle/>
        <a:p>
          <a:endParaRPr lang="pt-BR"/>
        </a:p>
      </dgm:t>
    </dgm:pt>
    <dgm:pt modelId="{14D73883-A664-4206-A220-E381C9479EDC}" type="pres">
      <dgm:prSet presAssocID="{37B1D0A3-ED86-4C7E-9923-C5ACC45FD6A0}" presName="linear" presStyleCnt="0">
        <dgm:presLayoutVars>
          <dgm:animLvl val="lvl"/>
          <dgm:resizeHandles val="exact"/>
        </dgm:presLayoutVars>
      </dgm:prSet>
      <dgm:spPr/>
    </dgm:pt>
    <dgm:pt modelId="{A0E9C869-3108-45C0-A406-33579F344040}" type="pres">
      <dgm:prSet presAssocID="{6E7F32CA-1CA8-47D1-9C29-B52D462FF2B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583D99A-E184-49F0-8C98-AEE21136C2AF}" type="pres">
      <dgm:prSet presAssocID="{DE1815B3-C554-4F1C-A9BF-6C1E2B78EC9C}" presName="spacer" presStyleCnt="0"/>
      <dgm:spPr/>
    </dgm:pt>
    <dgm:pt modelId="{AA880CAE-7902-49A5-B35B-3E317C2A04B9}" type="pres">
      <dgm:prSet presAssocID="{41E8DDEB-F25A-4DAD-98AB-FFD31EAF33A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E56A811-133E-491B-877F-272B171AD5A8}" type="pres">
      <dgm:prSet presAssocID="{EC989961-5B1C-47C2-A58D-8BE39D775DE3}" presName="spacer" presStyleCnt="0"/>
      <dgm:spPr/>
    </dgm:pt>
    <dgm:pt modelId="{5103E7A1-1A90-4800-8DC7-FE4963073FE4}" type="pres">
      <dgm:prSet presAssocID="{94DFB0AA-1B7A-4651-940F-85C05AC272F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049295F-84A6-4174-A289-86D503458837}" type="pres">
      <dgm:prSet presAssocID="{82413956-348D-42BA-97CA-D917C3E9389A}" presName="spacer" presStyleCnt="0"/>
      <dgm:spPr/>
    </dgm:pt>
    <dgm:pt modelId="{96703AF6-9A47-444C-B70A-3DEE9237003C}" type="pres">
      <dgm:prSet presAssocID="{6770DABE-5868-4F3F-9979-EF428D36C9A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7B3FAF0-5BD3-4A79-A38C-0AC832922458}" type="pres">
      <dgm:prSet presAssocID="{2ADCB07D-5E83-4FF0-80FC-3C88E2D1EB62}" presName="spacer" presStyleCnt="0"/>
      <dgm:spPr/>
    </dgm:pt>
    <dgm:pt modelId="{688AEE54-31ED-48EE-B87A-CFA8C8CCF5F6}" type="pres">
      <dgm:prSet presAssocID="{BB1056FC-67D8-418E-837D-FACD9CAD49C8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85C51DB-F08D-47F6-A671-E9275DF34F44}" type="pres">
      <dgm:prSet presAssocID="{8158AD19-877A-45E2-A1CF-A7139E39EED8}" presName="spacer" presStyleCnt="0"/>
      <dgm:spPr/>
    </dgm:pt>
    <dgm:pt modelId="{D2A4C11B-CD95-4A16-A6B6-55E55B840D44}" type="pres">
      <dgm:prSet presAssocID="{FE95C58E-0997-452D-82E1-2A10533E42F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D73D801-0C6A-4FD5-ADC2-EC7DFCBE45E1}" type="pres">
      <dgm:prSet presAssocID="{9B30E701-438C-428B-8F3D-D96DBC22B6A9}" presName="spacer" presStyleCnt="0"/>
      <dgm:spPr/>
    </dgm:pt>
    <dgm:pt modelId="{32C14440-DF6B-4D27-9E41-A94FD7A8392F}" type="pres">
      <dgm:prSet presAssocID="{2E7D78C6-D7CC-40BB-8814-E7287A82928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8E2DF1B-609D-4F2A-B07E-3C034B5B505B}" srcId="{37B1D0A3-ED86-4C7E-9923-C5ACC45FD6A0}" destId="{6770DABE-5868-4F3F-9979-EF428D36C9A6}" srcOrd="3" destOrd="0" parTransId="{D3A11D83-AFF2-4EEB-B9CB-52246210847B}" sibTransId="{2ADCB07D-5E83-4FF0-80FC-3C88E2D1EB62}"/>
    <dgm:cxn modelId="{1BDC1627-C56D-4ACA-A532-FECFCD6B9869}" type="presOf" srcId="{FE95C58E-0997-452D-82E1-2A10533E42F2}" destId="{D2A4C11B-CD95-4A16-A6B6-55E55B840D44}" srcOrd="0" destOrd="0" presId="urn:microsoft.com/office/officeart/2005/8/layout/vList2"/>
    <dgm:cxn modelId="{AE21C734-ED2D-48C5-8A04-D0F3BFCED25E}" type="presOf" srcId="{BB1056FC-67D8-418E-837D-FACD9CAD49C8}" destId="{688AEE54-31ED-48EE-B87A-CFA8C8CCF5F6}" srcOrd="0" destOrd="0" presId="urn:microsoft.com/office/officeart/2005/8/layout/vList2"/>
    <dgm:cxn modelId="{F6B74C44-16A6-4FE6-BCC6-3D96EEDA723F}" srcId="{37B1D0A3-ED86-4C7E-9923-C5ACC45FD6A0}" destId="{94DFB0AA-1B7A-4651-940F-85C05AC272F6}" srcOrd="2" destOrd="0" parTransId="{96C6DCC2-C5D5-4F1F-BEDD-A51F1EA146BC}" sibTransId="{82413956-348D-42BA-97CA-D917C3E9389A}"/>
    <dgm:cxn modelId="{6AC3D672-0504-4831-88FC-9B02ED848B03}" type="presOf" srcId="{2E7D78C6-D7CC-40BB-8814-E7287A829283}" destId="{32C14440-DF6B-4D27-9E41-A94FD7A8392F}" srcOrd="0" destOrd="0" presId="urn:microsoft.com/office/officeart/2005/8/layout/vList2"/>
    <dgm:cxn modelId="{0123DB53-6E65-4D0E-A6DB-E4FAFAFCE418}" type="presOf" srcId="{6E7F32CA-1CA8-47D1-9C29-B52D462FF2BA}" destId="{A0E9C869-3108-45C0-A406-33579F344040}" srcOrd="0" destOrd="0" presId="urn:microsoft.com/office/officeart/2005/8/layout/vList2"/>
    <dgm:cxn modelId="{AD2BFB73-B5F7-4F3A-8DE4-53EB05A4350A}" srcId="{37B1D0A3-ED86-4C7E-9923-C5ACC45FD6A0}" destId="{41E8DDEB-F25A-4DAD-98AB-FFD31EAF33AB}" srcOrd="1" destOrd="0" parTransId="{8878AA96-93CF-4B0B-B642-72A0AA8183B3}" sibTransId="{EC989961-5B1C-47C2-A58D-8BE39D775DE3}"/>
    <dgm:cxn modelId="{D3314157-2DF9-47A9-9EFC-DB00752D88FF}" type="presOf" srcId="{94DFB0AA-1B7A-4651-940F-85C05AC272F6}" destId="{5103E7A1-1A90-4800-8DC7-FE4963073FE4}" srcOrd="0" destOrd="0" presId="urn:microsoft.com/office/officeart/2005/8/layout/vList2"/>
    <dgm:cxn modelId="{91894677-8A5C-404F-B421-3A5925D2C365}" srcId="{37B1D0A3-ED86-4C7E-9923-C5ACC45FD6A0}" destId="{FE95C58E-0997-452D-82E1-2A10533E42F2}" srcOrd="5" destOrd="0" parTransId="{42E30A14-DB8C-4746-92D2-D5F58387D009}" sibTransId="{9B30E701-438C-428B-8F3D-D96DBC22B6A9}"/>
    <dgm:cxn modelId="{C245057B-8D55-42C8-A63A-B44B34255F37}" srcId="{37B1D0A3-ED86-4C7E-9923-C5ACC45FD6A0}" destId="{BB1056FC-67D8-418E-837D-FACD9CAD49C8}" srcOrd="4" destOrd="0" parTransId="{BB883AFE-E1E3-467F-9CF6-F6A616CB9905}" sibTransId="{8158AD19-877A-45E2-A1CF-A7139E39EED8}"/>
    <dgm:cxn modelId="{96B5FBA7-4153-44AA-812D-691CA62BB9EC}" srcId="{37B1D0A3-ED86-4C7E-9923-C5ACC45FD6A0}" destId="{2E7D78C6-D7CC-40BB-8814-E7287A829283}" srcOrd="6" destOrd="0" parTransId="{0C7691BE-75DE-4160-A9B0-E00EDE845892}" sibTransId="{805BDF3C-9E90-4368-8EB8-726A66AF3235}"/>
    <dgm:cxn modelId="{35DABAE2-D03D-4BD9-B4E4-BABF3EDEE7AD}" srcId="{37B1D0A3-ED86-4C7E-9923-C5ACC45FD6A0}" destId="{6E7F32CA-1CA8-47D1-9C29-B52D462FF2BA}" srcOrd="0" destOrd="0" parTransId="{6F353536-871F-4568-A211-18FAD005EFEF}" sibTransId="{DE1815B3-C554-4F1C-A9BF-6C1E2B78EC9C}"/>
    <dgm:cxn modelId="{92EED5F1-561F-4C51-AB35-C61274A370BE}" type="presOf" srcId="{37B1D0A3-ED86-4C7E-9923-C5ACC45FD6A0}" destId="{14D73883-A664-4206-A220-E381C9479EDC}" srcOrd="0" destOrd="0" presId="urn:microsoft.com/office/officeart/2005/8/layout/vList2"/>
    <dgm:cxn modelId="{7E582EF7-E4D8-4446-B837-9F56626F02A8}" type="presOf" srcId="{6770DABE-5868-4F3F-9979-EF428D36C9A6}" destId="{96703AF6-9A47-444C-B70A-3DEE9237003C}" srcOrd="0" destOrd="0" presId="urn:microsoft.com/office/officeart/2005/8/layout/vList2"/>
    <dgm:cxn modelId="{98322EFD-69B3-46A5-94A3-08BB4CE35BD0}" type="presOf" srcId="{41E8DDEB-F25A-4DAD-98AB-FFD31EAF33AB}" destId="{AA880CAE-7902-49A5-B35B-3E317C2A04B9}" srcOrd="0" destOrd="0" presId="urn:microsoft.com/office/officeart/2005/8/layout/vList2"/>
    <dgm:cxn modelId="{5AD11788-7C4E-4304-9D6F-8FCDD2FCDE7E}" type="presParOf" srcId="{14D73883-A664-4206-A220-E381C9479EDC}" destId="{A0E9C869-3108-45C0-A406-33579F344040}" srcOrd="0" destOrd="0" presId="urn:microsoft.com/office/officeart/2005/8/layout/vList2"/>
    <dgm:cxn modelId="{1D5ABB4C-D5ED-475D-97E7-DFE8DF99F246}" type="presParOf" srcId="{14D73883-A664-4206-A220-E381C9479EDC}" destId="{B583D99A-E184-49F0-8C98-AEE21136C2AF}" srcOrd="1" destOrd="0" presId="urn:microsoft.com/office/officeart/2005/8/layout/vList2"/>
    <dgm:cxn modelId="{AA86F98C-98C4-45E5-A398-549B63825469}" type="presParOf" srcId="{14D73883-A664-4206-A220-E381C9479EDC}" destId="{AA880CAE-7902-49A5-B35B-3E317C2A04B9}" srcOrd="2" destOrd="0" presId="urn:microsoft.com/office/officeart/2005/8/layout/vList2"/>
    <dgm:cxn modelId="{6878E409-1203-41A0-8B51-A9ED282ADC2F}" type="presParOf" srcId="{14D73883-A664-4206-A220-E381C9479EDC}" destId="{EE56A811-133E-491B-877F-272B171AD5A8}" srcOrd="3" destOrd="0" presId="urn:microsoft.com/office/officeart/2005/8/layout/vList2"/>
    <dgm:cxn modelId="{FB83B1FF-15C2-4E04-9DE9-4F2DD30B1CDA}" type="presParOf" srcId="{14D73883-A664-4206-A220-E381C9479EDC}" destId="{5103E7A1-1A90-4800-8DC7-FE4963073FE4}" srcOrd="4" destOrd="0" presId="urn:microsoft.com/office/officeart/2005/8/layout/vList2"/>
    <dgm:cxn modelId="{52D5321D-4C67-478C-AAB5-E9A4AF2E523A}" type="presParOf" srcId="{14D73883-A664-4206-A220-E381C9479EDC}" destId="{5049295F-84A6-4174-A289-86D503458837}" srcOrd="5" destOrd="0" presId="urn:microsoft.com/office/officeart/2005/8/layout/vList2"/>
    <dgm:cxn modelId="{FEF89826-7F2F-46B9-96FE-79EBD45F4BEC}" type="presParOf" srcId="{14D73883-A664-4206-A220-E381C9479EDC}" destId="{96703AF6-9A47-444C-B70A-3DEE9237003C}" srcOrd="6" destOrd="0" presId="urn:microsoft.com/office/officeart/2005/8/layout/vList2"/>
    <dgm:cxn modelId="{8AC92E0A-1791-429A-843C-927C9B4ABBA0}" type="presParOf" srcId="{14D73883-A664-4206-A220-E381C9479EDC}" destId="{67B3FAF0-5BD3-4A79-A38C-0AC832922458}" srcOrd="7" destOrd="0" presId="urn:microsoft.com/office/officeart/2005/8/layout/vList2"/>
    <dgm:cxn modelId="{5BAB55E1-8D8C-42AC-8EE6-CF5E28808A33}" type="presParOf" srcId="{14D73883-A664-4206-A220-E381C9479EDC}" destId="{688AEE54-31ED-48EE-B87A-CFA8C8CCF5F6}" srcOrd="8" destOrd="0" presId="urn:microsoft.com/office/officeart/2005/8/layout/vList2"/>
    <dgm:cxn modelId="{65485284-F167-472F-ABFE-C1AEF9D3D3DF}" type="presParOf" srcId="{14D73883-A664-4206-A220-E381C9479EDC}" destId="{985C51DB-F08D-47F6-A671-E9275DF34F44}" srcOrd="9" destOrd="0" presId="urn:microsoft.com/office/officeart/2005/8/layout/vList2"/>
    <dgm:cxn modelId="{749242B0-C256-4B0E-A836-75BE5B8BBC93}" type="presParOf" srcId="{14D73883-A664-4206-A220-E381C9479EDC}" destId="{D2A4C11B-CD95-4A16-A6B6-55E55B840D44}" srcOrd="10" destOrd="0" presId="urn:microsoft.com/office/officeart/2005/8/layout/vList2"/>
    <dgm:cxn modelId="{B7F9E9B1-5617-4938-A22D-1DA23072B811}" type="presParOf" srcId="{14D73883-A664-4206-A220-E381C9479EDC}" destId="{8D73D801-0C6A-4FD5-ADC2-EC7DFCBE45E1}" srcOrd="11" destOrd="0" presId="urn:microsoft.com/office/officeart/2005/8/layout/vList2"/>
    <dgm:cxn modelId="{F4C3240C-6A8E-4294-B2F7-E8D52A06065D}" type="presParOf" srcId="{14D73883-A664-4206-A220-E381C9479EDC}" destId="{32C14440-DF6B-4D27-9E41-A94FD7A8392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9022EA-9B4D-46DB-A097-1EF0101366D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7A584B46-169A-4662-A13F-E1BD7B98EFEA}">
      <dgm:prSet/>
      <dgm:spPr/>
      <dgm:t>
        <a:bodyPr/>
        <a:lstStyle/>
        <a:p>
          <a:r>
            <a:rPr lang="pt-BR" dirty="0"/>
            <a:t>Gerador de Gráficos: Funções que geram os gráficos</a:t>
          </a:r>
        </a:p>
      </dgm:t>
    </dgm:pt>
    <dgm:pt modelId="{AD95B914-05F2-49A5-B643-3295F8899404}" type="parTrans" cxnId="{3F0D5578-7787-4159-919C-F69561876C2C}">
      <dgm:prSet/>
      <dgm:spPr/>
      <dgm:t>
        <a:bodyPr/>
        <a:lstStyle/>
        <a:p>
          <a:endParaRPr lang="pt-BR"/>
        </a:p>
      </dgm:t>
    </dgm:pt>
    <dgm:pt modelId="{81BCE177-89AC-4F49-8D97-02E44C8A28F2}" type="sibTrans" cxnId="{3F0D5578-7787-4159-919C-F69561876C2C}">
      <dgm:prSet/>
      <dgm:spPr/>
      <dgm:t>
        <a:bodyPr/>
        <a:lstStyle/>
        <a:p>
          <a:endParaRPr lang="pt-BR"/>
        </a:p>
      </dgm:t>
    </dgm:pt>
    <dgm:pt modelId="{7DCB576B-8A4B-4DF0-9C08-A85DB5270659}">
      <dgm:prSet/>
      <dgm:spPr/>
      <dgm:t>
        <a:bodyPr/>
        <a:lstStyle/>
        <a:p>
          <a:r>
            <a:rPr lang="pt-BR"/>
            <a:t>Componentes: Componentes HTML reutilizáveis</a:t>
          </a:r>
        </a:p>
      </dgm:t>
    </dgm:pt>
    <dgm:pt modelId="{0258EFD6-844F-4D34-AEF3-199A1F3EAD2F}" type="parTrans" cxnId="{2DEEC500-7403-465D-A0D8-493190FA6351}">
      <dgm:prSet/>
      <dgm:spPr/>
      <dgm:t>
        <a:bodyPr/>
        <a:lstStyle/>
        <a:p>
          <a:endParaRPr lang="pt-BR"/>
        </a:p>
      </dgm:t>
    </dgm:pt>
    <dgm:pt modelId="{B17B5E23-3828-4936-8BFE-0A74ED651A21}" type="sibTrans" cxnId="{2DEEC500-7403-465D-A0D8-493190FA6351}">
      <dgm:prSet/>
      <dgm:spPr/>
      <dgm:t>
        <a:bodyPr/>
        <a:lstStyle/>
        <a:p>
          <a:endParaRPr lang="pt-BR"/>
        </a:p>
      </dgm:t>
    </dgm:pt>
    <dgm:pt modelId="{A6E75C56-C637-4A27-B0BE-A384A880A169}">
      <dgm:prSet/>
      <dgm:spPr/>
      <dgm:t>
        <a:bodyPr/>
        <a:lstStyle/>
        <a:p>
          <a:r>
            <a:rPr lang="pt-BR"/>
            <a:t>Helpers: Componentes que auxiliam no desenvolvimento</a:t>
          </a:r>
        </a:p>
      </dgm:t>
    </dgm:pt>
    <dgm:pt modelId="{2433AD84-DD5C-4D92-AC7B-A86DDD7B34F3}" type="parTrans" cxnId="{67D50A95-24F5-4960-BF10-0D2A71E884E6}">
      <dgm:prSet/>
      <dgm:spPr/>
      <dgm:t>
        <a:bodyPr/>
        <a:lstStyle/>
        <a:p>
          <a:endParaRPr lang="pt-BR"/>
        </a:p>
      </dgm:t>
    </dgm:pt>
    <dgm:pt modelId="{5AA2B443-D2E9-4286-AC72-97DAD90E5D6A}" type="sibTrans" cxnId="{67D50A95-24F5-4960-BF10-0D2A71E884E6}">
      <dgm:prSet/>
      <dgm:spPr/>
      <dgm:t>
        <a:bodyPr/>
        <a:lstStyle/>
        <a:p>
          <a:endParaRPr lang="pt-BR"/>
        </a:p>
      </dgm:t>
    </dgm:pt>
    <dgm:pt modelId="{3D11C813-ABBD-4494-94A7-ADB78A966E6D}">
      <dgm:prSet/>
      <dgm:spPr/>
      <dgm:t>
        <a:bodyPr/>
        <a:lstStyle/>
        <a:p>
          <a:r>
            <a:rPr lang="pt-BR"/>
            <a:t>Models: Servem para definir a estrutura dos dados utilizados na aplicação</a:t>
          </a:r>
        </a:p>
      </dgm:t>
    </dgm:pt>
    <dgm:pt modelId="{57433500-2BE1-4261-8547-9376F379E8CF}" type="parTrans" cxnId="{73CA4047-85A4-4D6C-BAB8-565660B1BA40}">
      <dgm:prSet/>
      <dgm:spPr/>
      <dgm:t>
        <a:bodyPr/>
        <a:lstStyle/>
        <a:p>
          <a:endParaRPr lang="pt-BR"/>
        </a:p>
      </dgm:t>
    </dgm:pt>
    <dgm:pt modelId="{E23444B9-D3A9-43E9-9C72-F1D529E2AFC6}" type="sibTrans" cxnId="{73CA4047-85A4-4D6C-BAB8-565660B1BA40}">
      <dgm:prSet/>
      <dgm:spPr/>
      <dgm:t>
        <a:bodyPr/>
        <a:lstStyle/>
        <a:p>
          <a:endParaRPr lang="pt-BR"/>
        </a:p>
      </dgm:t>
    </dgm:pt>
    <dgm:pt modelId="{9747385A-7C32-4FFD-BCCA-EC03DB0F3752}">
      <dgm:prSet/>
      <dgm:spPr/>
      <dgm:t>
        <a:bodyPr/>
        <a:lstStyle/>
        <a:p>
          <a:r>
            <a:rPr lang="pt-BR"/>
            <a:t>Requesters: Funções que realizam requisições a API</a:t>
          </a:r>
        </a:p>
      </dgm:t>
    </dgm:pt>
    <dgm:pt modelId="{35AD5A05-8F81-496A-8BE5-8690D72DE6EE}" type="parTrans" cxnId="{D10C0A78-2F16-48D6-ABA0-ED6901F29D5B}">
      <dgm:prSet/>
      <dgm:spPr/>
      <dgm:t>
        <a:bodyPr/>
        <a:lstStyle/>
        <a:p>
          <a:endParaRPr lang="pt-BR"/>
        </a:p>
      </dgm:t>
    </dgm:pt>
    <dgm:pt modelId="{292A79FB-D8B4-4A38-9C7F-36F3B6D2551D}" type="sibTrans" cxnId="{D10C0A78-2F16-48D6-ABA0-ED6901F29D5B}">
      <dgm:prSet/>
      <dgm:spPr/>
      <dgm:t>
        <a:bodyPr/>
        <a:lstStyle/>
        <a:p>
          <a:endParaRPr lang="pt-BR"/>
        </a:p>
      </dgm:t>
    </dgm:pt>
    <dgm:pt modelId="{12E634FA-3B15-4189-B086-3EE98596925C}">
      <dgm:prSet/>
      <dgm:spPr/>
      <dgm:t>
        <a:bodyPr/>
        <a:lstStyle/>
        <a:p>
          <a:r>
            <a:rPr lang="pt-BR"/>
            <a:t>Validators: Funções para validar dados</a:t>
          </a:r>
        </a:p>
      </dgm:t>
    </dgm:pt>
    <dgm:pt modelId="{28FA7CB6-726B-46E3-A306-F83ED80CECFB}" type="parTrans" cxnId="{B2357E45-D000-46F7-B510-FFE26C3CE976}">
      <dgm:prSet/>
      <dgm:spPr/>
      <dgm:t>
        <a:bodyPr/>
        <a:lstStyle/>
        <a:p>
          <a:endParaRPr lang="pt-BR"/>
        </a:p>
      </dgm:t>
    </dgm:pt>
    <dgm:pt modelId="{D664F1A5-E766-4F2D-BF28-3BCEBDB1F37E}" type="sibTrans" cxnId="{B2357E45-D000-46F7-B510-FFE26C3CE976}">
      <dgm:prSet/>
      <dgm:spPr/>
      <dgm:t>
        <a:bodyPr/>
        <a:lstStyle/>
        <a:p>
          <a:endParaRPr lang="pt-BR"/>
        </a:p>
      </dgm:t>
    </dgm:pt>
    <dgm:pt modelId="{58F635A5-3BAC-43C0-A348-492E331CAB16}" type="pres">
      <dgm:prSet presAssocID="{7E9022EA-9B4D-46DB-A097-1EF0101366DF}" presName="linear" presStyleCnt="0">
        <dgm:presLayoutVars>
          <dgm:animLvl val="lvl"/>
          <dgm:resizeHandles val="exact"/>
        </dgm:presLayoutVars>
      </dgm:prSet>
      <dgm:spPr/>
    </dgm:pt>
    <dgm:pt modelId="{690C0D31-2E6C-4C2C-A704-B1C6B56B2CB4}" type="pres">
      <dgm:prSet presAssocID="{7A584B46-169A-4662-A13F-E1BD7B98EFE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183D6BA-2120-42FE-93BC-F6EE22EE62C7}" type="pres">
      <dgm:prSet presAssocID="{81BCE177-89AC-4F49-8D97-02E44C8A28F2}" presName="spacer" presStyleCnt="0"/>
      <dgm:spPr/>
    </dgm:pt>
    <dgm:pt modelId="{09C02955-58BC-4AAC-8651-878F2FA87B54}" type="pres">
      <dgm:prSet presAssocID="{7DCB576B-8A4B-4DF0-9C08-A85DB527065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A565094-9977-4E49-B609-8ED2E7158ADD}" type="pres">
      <dgm:prSet presAssocID="{B17B5E23-3828-4936-8BFE-0A74ED651A21}" presName="spacer" presStyleCnt="0"/>
      <dgm:spPr/>
    </dgm:pt>
    <dgm:pt modelId="{C93B48B7-004F-40FA-AF70-4A91149F9C21}" type="pres">
      <dgm:prSet presAssocID="{A6E75C56-C637-4A27-B0BE-A384A880A16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2DE501D-32C7-4E21-8A43-DCDFDA84C4E5}" type="pres">
      <dgm:prSet presAssocID="{5AA2B443-D2E9-4286-AC72-97DAD90E5D6A}" presName="spacer" presStyleCnt="0"/>
      <dgm:spPr/>
    </dgm:pt>
    <dgm:pt modelId="{85E8133B-2E88-4043-9095-BE8D5B6D3EEB}" type="pres">
      <dgm:prSet presAssocID="{3D11C813-ABBD-4494-94A7-ADB78A966E6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F3A39BD-23C9-4DA6-8595-D6FDD3E1EB8B}" type="pres">
      <dgm:prSet presAssocID="{E23444B9-D3A9-43E9-9C72-F1D529E2AFC6}" presName="spacer" presStyleCnt="0"/>
      <dgm:spPr/>
    </dgm:pt>
    <dgm:pt modelId="{7BA69E53-3660-4B69-9DEF-B91BFE39D839}" type="pres">
      <dgm:prSet presAssocID="{9747385A-7C32-4FFD-BCCA-EC03DB0F375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7D6FAB0-75B4-49C6-AD06-083C9037BD58}" type="pres">
      <dgm:prSet presAssocID="{292A79FB-D8B4-4A38-9C7F-36F3B6D2551D}" presName="spacer" presStyleCnt="0"/>
      <dgm:spPr/>
    </dgm:pt>
    <dgm:pt modelId="{F941C4D3-FFB6-422F-80CA-5EA57F56F60F}" type="pres">
      <dgm:prSet presAssocID="{12E634FA-3B15-4189-B086-3EE98596925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DEEC500-7403-465D-A0D8-493190FA6351}" srcId="{7E9022EA-9B4D-46DB-A097-1EF0101366DF}" destId="{7DCB576B-8A4B-4DF0-9C08-A85DB5270659}" srcOrd="1" destOrd="0" parTransId="{0258EFD6-844F-4D34-AEF3-199A1F3EAD2F}" sibTransId="{B17B5E23-3828-4936-8BFE-0A74ED651A21}"/>
    <dgm:cxn modelId="{A286963A-8566-4F0F-87D5-6BBFBC7871BB}" type="presOf" srcId="{A6E75C56-C637-4A27-B0BE-A384A880A169}" destId="{C93B48B7-004F-40FA-AF70-4A91149F9C21}" srcOrd="0" destOrd="0" presId="urn:microsoft.com/office/officeart/2005/8/layout/vList2"/>
    <dgm:cxn modelId="{8C14D443-A551-42EB-B83A-E3AA0FE63156}" type="presOf" srcId="{3D11C813-ABBD-4494-94A7-ADB78A966E6D}" destId="{85E8133B-2E88-4043-9095-BE8D5B6D3EEB}" srcOrd="0" destOrd="0" presId="urn:microsoft.com/office/officeart/2005/8/layout/vList2"/>
    <dgm:cxn modelId="{B2357E45-D000-46F7-B510-FFE26C3CE976}" srcId="{7E9022EA-9B4D-46DB-A097-1EF0101366DF}" destId="{12E634FA-3B15-4189-B086-3EE98596925C}" srcOrd="5" destOrd="0" parTransId="{28FA7CB6-726B-46E3-A306-F83ED80CECFB}" sibTransId="{D664F1A5-E766-4F2D-BF28-3BCEBDB1F37E}"/>
    <dgm:cxn modelId="{73CA4047-85A4-4D6C-BAB8-565660B1BA40}" srcId="{7E9022EA-9B4D-46DB-A097-1EF0101366DF}" destId="{3D11C813-ABBD-4494-94A7-ADB78A966E6D}" srcOrd="3" destOrd="0" parTransId="{57433500-2BE1-4261-8547-9376F379E8CF}" sibTransId="{E23444B9-D3A9-43E9-9C72-F1D529E2AFC6}"/>
    <dgm:cxn modelId="{5390A154-D8D0-44E4-814E-799E0229EC18}" type="presOf" srcId="{7DCB576B-8A4B-4DF0-9C08-A85DB5270659}" destId="{09C02955-58BC-4AAC-8651-878F2FA87B54}" srcOrd="0" destOrd="0" presId="urn:microsoft.com/office/officeart/2005/8/layout/vList2"/>
    <dgm:cxn modelId="{D10C0A78-2F16-48D6-ABA0-ED6901F29D5B}" srcId="{7E9022EA-9B4D-46DB-A097-1EF0101366DF}" destId="{9747385A-7C32-4FFD-BCCA-EC03DB0F3752}" srcOrd="4" destOrd="0" parTransId="{35AD5A05-8F81-496A-8BE5-8690D72DE6EE}" sibTransId="{292A79FB-D8B4-4A38-9C7F-36F3B6D2551D}"/>
    <dgm:cxn modelId="{3F0D5578-7787-4159-919C-F69561876C2C}" srcId="{7E9022EA-9B4D-46DB-A097-1EF0101366DF}" destId="{7A584B46-169A-4662-A13F-E1BD7B98EFEA}" srcOrd="0" destOrd="0" parTransId="{AD95B914-05F2-49A5-B643-3295F8899404}" sibTransId="{81BCE177-89AC-4F49-8D97-02E44C8A28F2}"/>
    <dgm:cxn modelId="{C2B3C279-21DB-4563-B987-46B0855BCC01}" type="presOf" srcId="{7A584B46-169A-4662-A13F-E1BD7B98EFEA}" destId="{690C0D31-2E6C-4C2C-A704-B1C6B56B2CB4}" srcOrd="0" destOrd="0" presId="urn:microsoft.com/office/officeart/2005/8/layout/vList2"/>
    <dgm:cxn modelId="{645BD994-67D0-42C2-92F7-D9C83F2C8728}" type="presOf" srcId="{12E634FA-3B15-4189-B086-3EE98596925C}" destId="{F941C4D3-FFB6-422F-80CA-5EA57F56F60F}" srcOrd="0" destOrd="0" presId="urn:microsoft.com/office/officeart/2005/8/layout/vList2"/>
    <dgm:cxn modelId="{67D50A95-24F5-4960-BF10-0D2A71E884E6}" srcId="{7E9022EA-9B4D-46DB-A097-1EF0101366DF}" destId="{A6E75C56-C637-4A27-B0BE-A384A880A169}" srcOrd="2" destOrd="0" parTransId="{2433AD84-DD5C-4D92-AC7B-A86DDD7B34F3}" sibTransId="{5AA2B443-D2E9-4286-AC72-97DAD90E5D6A}"/>
    <dgm:cxn modelId="{E010ACC7-3D42-42BC-8CC4-4F6853024041}" type="presOf" srcId="{9747385A-7C32-4FFD-BCCA-EC03DB0F3752}" destId="{7BA69E53-3660-4B69-9DEF-B91BFE39D839}" srcOrd="0" destOrd="0" presId="urn:microsoft.com/office/officeart/2005/8/layout/vList2"/>
    <dgm:cxn modelId="{9BE87CCA-4408-44CB-9B10-84E7F84B33DE}" type="presOf" srcId="{7E9022EA-9B4D-46DB-A097-1EF0101366DF}" destId="{58F635A5-3BAC-43C0-A348-492E331CAB16}" srcOrd="0" destOrd="0" presId="urn:microsoft.com/office/officeart/2005/8/layout/vList2"/>
    <dgm:cxn modelId="{90DB2B39-BA0D-4648-80E0-F23EA99CBD07}" type="presParOf" srcId="{58F635A5-3BAC-43C0-A348-492E331CAB16}" destId="{690C0D31-2E6C-4C2C-A704-B1C6B56B2CB4}" srcOrd="0" destOrd="0" presId="urn:microsoft.com/office/officeart/2005/8/layout/vList2"/>
    <dgm:cxn modelId="{5723C70B-4809-4966-92D4-8BA2AE766021}" type="presParOf" srcId="{58F635A5-3BAC-43C0-A348-492E331CAB16}" destId="{E183D6BA-2120-42FE-93BC-F6EE22EE62C7}" srcOrd="1" destOrd="0" presId="urn:microsoft.com/office/officeart/2005/8/layout/vList2"/>
    <dgm:cxn modelId="{8122E962-5409-48BC-9DE9-8EE9056AF8CC}" type="presParOf" srcId="{58F635A5-3BAC-43C0-A348-492E331CAB16}" destId="{09C02955-58BC-4AAC-8651-878F2FA87B54}" srcOrd="2" destOrd="0" presId="urn:microsoft.com/office/officeart/2005/8/layout/vList2"/>
    <dgm:cxn modelId="{56C21EBC-0266-44E2-8084-1249DC75D9DD}" type="presParOf" srcId="{58F635A5-3BAC-43C0-A348-492E331CAB16}" destId="{AA565094-9977-4E49-B609-8ED2E7158ADD}" srcOrd="3" destOrd="0" presId="urn:microsoft.com/office/officeart/2005/8/layout/vList2"/>
    <dgm:cxn modelId="{C3BF0DE9-7BC5-41DD-8234-8AD6817B8A5F}" type="presParOf" srcId="{58F635A5-3BAC-43C0-A348-492E331CAB16}" destId="{C93B48B7-004F-40FA-AF70-4A91149F9C21}" srcOrd="4" destOrd="0" presId="urn:microsoft.com/office/officeart/2005/8/layout/vList2"/>
    <dgm:cxn modelId="{BFC9E026-D937-4383-A5F4-D04635178E1A}" type="presParOf" srcId="{58F635A5-3BAC-43C0-A348-492E331CAB16}" destId="{E2DE501D-32C7-4E21-8A43-DCDFDA84C4E5}" srcOrd="5" destOrd="0" presId="urn:microsoft.com/office/officeart/2005/8/layout/vList2"/>
    <dgm:cxn modelId="{E2B03016-96B6-453C-B41A-DDDAA1778986}" type="presParOf" srcId="{58F635A5-3BAC-43C0-A348-492E331CAB16}" destId="{85E8133B-2E88-4043-9095-BE8D5B6D3EEB}" srcOrd="6" destOrd="0" presId="urn:microsoft.com/office/officeart/2005/8/layout/vList2"/>
    <dgm:cxn modelId="{2A0D3B08-BB2D-4C7B-91A9-4BC5A70B3CFC}" type="presParOf" srcId="{58F635A5-3BAC-43C0-A348-492E331CAB16}" destId="{EF3A39BD-23C9-4DA6-8595-D6FDD3E1EB8B}" srcOrd="7" destOrd="0" presId="urn:microsoft.com/office/officeart/2005/8/layout/vList2"/>
    <dgm:cxn modelId="{E7444966-0A8F-4DAE-84F1-412266DA0841}" type="presParOf" srcId="{58F635A5-3BAC-43C0-A348-492E331CAB16}" destId="{7BA69E53-3660-4B69-9DEF-B91BFE39D839}" srcOrd="8" destOrd="0" presId="urn:microsoft.com/office/officeart/2005/8/layout/vList2"/>
    <dgm:cxn modelId="{998E8318-5197-4DEA-9517-DCF8C3F4B2AD}" type="presParOf" srcId="{58F635A5-3BAC-43C0-A348-492E331CAB16}" destId="{47D6FAB0-75B4-49C6-AD06-083C9037BD58}" srcOrd="9" destOrd="0" presId="urn:microsoft.com/office/officeart/2005/8/layout/vList2"/>
    <dgm:cxn modelId="{4DB69148-1DF2-4B21-AF9E-5EAAB45F3F3F}" type="presParOf" srcId="{58F635A5-3BAC-43C0-A348-492E331CAB16}" destId="{F941C4D3-FFB6-422F-80CA-5EA57F56F60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3E1963-613E-4AFB-A464-BCCF1C10E4BE}">
      <dsp:nvSpPr>
        <dsp:cNvPr id="0" name=""/>
        <dsp:cNvSpPr/>
      </dsp:nvSpPr>
      <dsp:spPr>
        <a:xfrm>
          <a:off x="0" y="5386"/>
          <a:ext cx="859666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HTML</a:t>
          </a:r>
        </a:p>
      </dsp:txBody>
      <dsp:txXfrm>
        <a:off x="28557" y="33943"/>
        <a:ext cx="8539554" cy="527886"/>
      </dsp:txXfrm>
    </dsp:sp>
    <dsp:sp modelId="{B1D0A4C6-63EE-4905-B1E2-E9212772DC1D}">
      <dsp:nvSpPr>
        <dsp:cNvPr id="0" name=""/>
        <dsp:cNvSpPr/>
      </dsp:nvSpPr>
      <dsp:spPr>
        <a:xfrm>
          <a:off x="0" y="662386"/>
          <a:ext cx="859666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 err="1"/>
            <a:t>Bootstrap</a:t>
          </a:r>
          <a:endParaRPr lang="pt-BR" sz="2500" kern="1200" dirty="0"/>
        </a:p>
      </dsp:txBody>
      <dsp:txXfrm>
        <a:off x="28557" y="690943"/>
        <a:ext cx="8539554" cy="527886"/>
      </dsp:txXfrm>
    </dsp:sp>
    <dsp:sp modelId="{D0308F5E-F3DC-4F60-A030-7D594D408977}">
      <dsp:nvSpPr>
        <dsp:cNvPr id="0" name=""/>
        <dsp:cNvSpPr/>
      </dsp:nvSpPr>
      <dsp:spPr>
        <a:xfrm>
          <a:off x="0" y="1319386"/>
          <a:ext cx="859666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CSS</a:t>
          </a:r>
        </a:p>
      </dsp:txBody>
      <dsp:txXfrm>
        <a:off x="28557" y="1347943"/>
        <a:ext cx="8539554" cy="527886"/>
      </dsp:txXfrm>
    </dsp:sp>
    <dsp:sp modelId="{23D8E5F0-36F0-4F91-BF58-13A3DE62725C}">
      <dsp:nvSpPr>
        <dsp:cNvPr id="0" name=""/>
        <dsp:cNvSpPr/>
      </dsp:nvSpPr>
      <dsp:spPr>
        <a:xfrm>
          <a:off x="0" y="1976386"/>
          <a:ext cx="859666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 err="1"/>
            <a:t>JavaScript</a:t>
          </a:r>
          <a:endParaRPr lang="pt-BR" sz="2500" kern="1200" dirty="0"/>
        </a:p>
      </dsp:txBody>
      <dsp:txXfrm>
        <a:off x="28557" y="2004943"/>
        <a:ext cx="8539554" cy="527886"/>
      </dsp:txXfrm>
    </dsp:sp>
    <dsp:sp modelId="{0D3FEC68-4919-4722-AAE3-C763CD901DF5}">
      <dsp:nvSpPr>
        <dsp:cNvPr id="0" name=""/>
        <dsp:cNvSpPr/>
      </dsp:nvSpPr>
      <dsp:spPr>
        <a:xfrm>
          <a:off x="0" y="2633386"/>
          <a:ext cx="859666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Chart.js</a:t>
          </a:r>
        </a:p>
      </dsp:txBody>
      <dsp:txXfrm>
        <a:off x="28557" y="2661943"/>
        <a:ext cx="8539554" cy="527886"/>
      </dsp:txXfrm>
    </dsp:sp>
    <dsp:sp modelId="{13A04DA7-7286-4FBD-8495-1D48D76614E2}">
      <dsp:nvSpPr>
        <dsp:cNvPr id="0" name=""/>
        <dsp:cNvSpPr/>
      </dsp:nvSpPr>
      <dsp:spPr>
        <a:xfrm>
          <a:off x="0" y="3290386"/>
          <a:ext cx="8596668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Http Server</a:t>
          </a:r>
        </a:p>
      </dsp:txBody>
      <dsp:txXfrm>
        <a:off x="28557" y="3318943"/>
        <a:ext cx="8539554" cy="5278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9C869-3108-45C0-A406-33579F344040}">
      <dsp:nvSpPr>
        <dsp:cNvPr id="0" name=""/>
        <dsp:cNvSpPr/>
      </dsp:nvSpPr>
      <dsp:spPr>
        <a:xfrm>
          <a:off x="0" y="39046"/>
          <a:ext cx="8596668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Homepage</a:t>
          </a:r>
        </a:p>
      </dsp:txBody>
      <dsp:txXfrm>
        <a:off x="23988" y="63034"/>
        <a:ext cx="8548692" cy="443423"/>
      </dsp:txXfrm>
    </dsp:sp>
    <dsp:sp modelId="{AA880CAE-7902-49A5-B35B-3E317C2A04B9}">
      <dsp:nvSpPr>
        <dsp:cNvPr id="0" name=""/>
        <dsp:cNvSpPr/>
      </dsp:nvSpPr>
      <dsp:spPr>
        <a:xfrm>
          <a:off x="0" y="590926"/>
          <a:ext cx="8596668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Sobre o Projeto</a:t>
          </a:r>
        </a:p>
      </dsp:txBody>
      <dsp:txXfrm>
        <a:off x="23988" y="614914"/>
        <a:ext cx="8548692" cy="443423"/>
      </dsp:txXfrm>
    </dsp:sp>
    <dsp:sp modelId="{5103E7A1-1A90-4800-8DC7-FE4963073FE4}">
      <dsp:nvSpPr>
        <dsp:cNvPr id="0" name=""/>
        <dsp:cNvSpPr/>
      </dsp:nvSpPr>
      <dsp:spPr>
        <a:xfrm>
          <a:off x="0" y="1142806"/>
          <a:ext cx="8596668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Sobre Nós</a:t>
          </a:r>
        </a:p>
      </dsp:txBody>
      <dsp:txXfrm>
        <a:off x="23988" y="1166794"/>
        <a:ext cx="8548692" cy="443423"/>
      </dsp:txXfrm>
    </dsp:sp>
    <dsp:sp modelId="{96703AF6-9A47-444C-B70A-3DEE9237003C}">
      <dsp:nvSpPr>
        <dsp:cNvPr id="0" name=""/>
        <dsp:cNvSpPr/>
      </dsp:nvSpPr>
      <dsp:spPr>
        <a:xfrm>
          <a:off x="0" y="1694686"/>
          <a:ext cx="8596668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Metas</a:t>
          </a:r>
        </a:p>
      </dsp:txBody>
      <dsp:txXfrm>
        <a:off x="23988" y="1718674"/>
        <a:ext cx="8548692" cy="443423"/>
      </dsp:txXfrm>
    </dsp:sp>
    <dsp:sp modelId="{688AEE54-31ED-48EE-B87A-CFA8C8CCF5F6}">
      <dsp:nvSpPr>
        <dsp:cNvPr id="0" name=""/>
        <dsp:cNvSpPr/>
      </dsp:nvSpPr>
      <dsp:spPr>
        <a:xfrm>
          <a:off x="0" y="2246566"/>
          <a:ext cx="8596668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Ajuda</a:t>
          </a:r>
        </a:p>
      </dsp:txBody>
      <dsp:txXfrm>
        <a:off x="23988" y="2270554"/>
        <a:ext cx="8548692" cy="443423"/>
      </dsp:txXfrm>
    </dsp:sp>
    <dsp:sp modelId="{D2A4C11B-CD95-4A16-A6B6-55E55B840D44}">
      <dsp:nvSpPr>
        <dsp:cNvPr id="0" name=""/>
        <dsp:cNvSpPr/>
      </dsp:nvSpPr>
      <dsp:spPr>
        <a:xfrm>
          <a:off x="0" y="2798446"/>
          <a:ext cx="8596668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Histórico de Transações</a:t>
          </a:r>
        </a:p>
      </dsp:txBody>
      <dsp:txXfrm>
        <a:off x="23988" y="2822434"/>
        <a:ext cx="8548692" cy="443423"/>
      </dsp:txXfrm>
    </dsp:sp>
    <dsp:sp modelId="{32C14440-DF6B-4D27-9E41-A94FD7A8392F}">
      <dsp:nvSpPr>
        <dsp:cNvPr id="0" name=""/>
        <dsp:cNvSpPr/>
      </dsp:nvSpPr>
      <dsp:spPr>
        <a:xfrm>
          <a:off x="0" y="3350326"/>
          <a:ext cx="8596668" cy="491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Relatórios em Gráficos</a:t>
          </a:r>
        </a:p>
      </dsp:txBody>
      <dsp:txXfrm>
        <a:off x="23988" y="3374314"/>
        <a:ext cx="8548692" cy="4434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C0D31-2E6C-4C2C-A704-B1C6B56B2CB4}">
      <dsp:nvSpPr>
        <dsp:cNvPr id="0" name=""/>
        <dsp:cNvSpPr/>
      </dsp:nvSpPr>
      <dsp:spPr>
        <a:xfrm>
          <a:off x="0" y="392386"/>
          <a:ext cx="8596668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Gerador de Gráficos: Funções que geram os gráficos</a:t>
          </a:r>
        </a:p>
      </dsp:txBody>
      <dsp:txXfrm>
        <a:off x="22846" y="415232"/>
        <a:ext cx="8550976" cy="422308"/>
      </dsp:txXfrm>
    </dsp:sp>
    <dsp:sp modelId="{09C02955-58BC-4AAC-8651-878F2FA87B54}">
      <dsp:nvSpPr>
        <dsp:cNvPr id="0" name=""/>
        <dsp:cNvSpPr/>
      </dsp:nvSpPr>
      <dsp:spPr>
        <a:xfrm>
          <a:off x="0" y="917986"/>
          <a:ext cx="8596668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Componentes: Componentes HTML reutilizáveis</a:t>
          </a:r>
        </a:p>
      </dsp:txBody>
      <dsp:txXfrm>
        <a:off x="22846" y="940832"/>
        <a:ext cx="8550976" cy="422308"/>
      </dsp:txXfrm>
    </dsp:sp>
    <dsp:sp modelId="{C93B48B7-004F-40FA-AF70-4A91149F9C21}">
      <dsp:nvSpPr>
        <dsp:cNvPr id="0" name=""/>
        <dsp:cNvSpPr/>
      </dsp:nvSpPr>
      <dsp:spPr>
        <a:xfrm>
          <a:off x="0" y="1443586"/>
          <a:ext cx="8596668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Helpers: Componentes que auxiliam no desenvolvimento</a:t>
          </a:r>
        </a:p>
      </dsp:txBody>
      <dsp:txXfrm>
        <a:off x="22846" y="1466432"/>
        <a:ext cx="8550976" cy="422308"/>
      </dsp:txXfrm>
    </dsp:sp>
    <dsp:sp modelId="{85E8133B-2E88-4043-9095-BE8D5B6D3EEB}">
      <dsp:nvSpPr>
        <dsp:cNvPr id="0" name=""/>
        <dsp:cNvSpPr/>
      </dsp:nvSpPr>
      <dsp:spPr>
        <a:xfrm>
          <a:off x="0" y="1969186"/>
          <a:ext cx="8596668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Models: Servem para definir a estrutura dos dados utilizados na aplicação</a:t>
          </a:r>
        </a:p>
      </dsp:txBody>
      <dsp:txXfrm>
        <a:off x="22846" y="1992032"/>
        <a:ext cx="8550976" cy="422308"/>
      </dsp:txXfrm>
    </dsp:sp>
    <dsp:sp modelId="{7BA69E53-3660-4B69-9DEF-B91BFE39D839}">
      <dsp:nvSpPr>
        <dsp:cNvPr id="0" name=""/>
        <dsp:cNvSpPr/>
      </dsp:nvSpPr>
      <dsp:spPr>
        <a:xfrm>
          <a:off x="0" y="2494786"/>
          <a:ext cx="8596668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Requesters: Funções que realizam requisições a API</a:t>
          </a:r>
        </a:p>
      </dsp:txBody>
      <dsp:txXfrm>
        <a:off x="22846" y="2517632"/>
        <a:ext cx="8550976" cy="422308"/>
      </dsp:txXfrm>
    </dsp:sp>
    <dsp:sp modelId="{F941C4D3-FFB6-422F-80CA-5EA57F56F60F}">
      <dsp:nvSpPr>
        <dsp:cNvPr id="0" name=""/>
        <dsp:cNvSpPr/>
      </dsp:nvSpPr>
      <dsp:spPr>
        <a:xfrm>
          <a:off x="0" y="3020386"/>
          <a:ext cx="8596668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/>
            <a:t>Validators: Funções para validar dados</a:t>
          </a:r>
        </a:p>
      </dsp:txBody>
      <dsp:txXfrm>
        <a:off x="22846" y="3043232"/>
        <a:ext cx="8550976" cy="422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4607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4047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10240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399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5285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79090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1512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30884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427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0654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98550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76915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36819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53841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5023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7669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E95CE-AC14-4EDD-8108-3935D970FBDB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8A019D8-E1C8-44DE-B224-1124D82AF6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6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53F89-02B7-496B-87C4-D67DF7291E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SCGI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2D50B3-3F5A-4788-BE7C-4EB7524C75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Sistema de Controle de Gastos Inteligente</a:t>
            </a:r>
          </a:p>
        </p:txBody>
      </p:sp>
    </p:spTree>
    <p:extLst>
      <p:ext uri="{BB962C8B-B14F-4D97-AF65-F5344CB8AC3E}">
        <p14:creationId xmlns:p14="http://schemas.microsoft.com/office/powerpoint/2010/main" val="21585081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2011E-5FC1-480C-889A-F748C0BC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Integrantes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0CDCCD-ADD7-43FD-A27E-685ADEC44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Anthony Guilherme Vieira Moraes</a:t>
            </a:r>
          </a:p>
          <a:p>
            <a:r>
              <a:rPr lang="pt-BR" dirty="0"/>
              <a:t>Paulo Sócrates de Souza Pinheiro</a:t>
            </a:r>
          </a:p>
          <a:p>
            <a:r>
              <a:rPr lang="pt-BR" dirty="0"/>
              <a:t>Marcos Antônio da Silva Almeida</a:t>
            </a:r>
          </a:p>
          <a:p>
            <a:r>
              <a:rPr lang="pt-BR" dirty="0"/>
              <a:t>Vinícius Santos Leite</a:t>
            </a:r>
          </a:p>
          <a:p>
            <a:r>
              <a:rPr lang="pt-BR" dirty="0"/>
              <a:t>João Pedro de Souza Fraga</a:t>
            </a:r>
          </a:p>
        </p:txBody>
      </p:sp>
    </p:spTree>
    <p:extLst>
      <p:ext uri="{BB962C8B-B14F-4D97-AF65-F5344CB8AC3E}">
        <p14:creationId xmlns:p14="http://schemas.microsoft.com/office/powerpoint/2010/main" val="22493054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261EC75-6278-4146-B834-B18CA398AE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Front-</a:t>
            </a:r>
            <a:r>
              <a:rPr lang="pt-BR" dirty="0" err="1"/>
              <a:t>end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19852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1BA5B-5CB8-4652-8FF0-263ADCC4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Tecnologias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43D32A2C-CB3F-4840-A521-EAF3F7D19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303199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7991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6514D-63DA-4A0D-BF29-C1D4CBF6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Páginas Criadas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6DAD9B8B-FB09-4C1A-AB7A-15DB915C9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443968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81735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0275A-9818-4044-9CC5-C66741F5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65D3308B-EED3-4EB4-BA14-06E9A3D839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0059048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56976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2DECA-BEE9-43C9-A910-1FE3E5C49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Fim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456455-C721-4A26-9D76-D908F5C787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Obrigado pela autenticação.</a:t>
            </a:r>
          </a:p>
        </p:txBody>
      </p:sp>
    </p:spTree>
    <p:extLst>
      <p:ext uri="{BB962C8B-B14F-4D97-AF65-F5344CB8AC3E}">
        <p14:creationId xmlns:p14="http://schemas.microsoft.com/office/powerpoint/2010/main" val="34938238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</TotalTime>
  <Words>110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Facetado</vt:lpstr>
      <vt:lpstr>SCGI</vt:lpstr>
      <vt:lpstr>Integrantes</vt:lpstr>
      <vt:lpstr>Front-end</vt:lpstr>
      <vt:lpstr>Tecnologias</vt:lpstr>
      <vt:lpstr>Páginas Criadas</vt:lpstr>
      <vt:lpstr>JavaScript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SCGI</dc:title>
  <dc:creator>Familia</dc:creator>
  <cp:lastModifiedBy>Familia</cp:lastModifiedBy>
  <cp:revision>4</cp:revision>
  <dcterms:created xsi:type="dcterms:W3CDTF">2025-11-04T05:03:40Z</dcterms:created>
  <dcterms:modified xsi:type="dcterms:W3CDTF">2025-11-04T05:38:55Z</dcterms:modified>
</cp:coreProperties>
</file>