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9404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6429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2840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1916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8595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164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8308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1930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92142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999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16314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0646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70266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31014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0965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5782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DF8B9-7FC6-48AF-A683-94B2F33A6526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B3E9296-B53B-4B4E-AF1D-B4CF4271E1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07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87D5B-D63B-443D-8815-D75911F26D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SCGI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F5E1AC-B48B-4792-A3E9-9C77623FE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Sistema de Controle de Gastos Inteligente</a:t>
            </a:r>
          </a:p>
        </p:txBody>
      </p:sp>
    </p:spTree>
    <p:extLst>
      <p:ext uri="{BB962C8B-B14F-4D97-AF65-F5344CB8AC3E}">
        <p14:creationId xmlns:p14="http://schemas.microsoft.com/office/powerpoint/2010/main" val="9252371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3F800-2BBF-4D66-861C-64D44147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Integrantes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729595-89DF-43C5-90AC-3A6D1BAC3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Anthony Guilherme Vieira Moraes</a:t>
            </a:r>
          </a:p>
          <a:p>
            <a:r>
              <a:rPr lang="pt-BR" dirty="0"/>
              <a:t>João Pedro de Souza Fraga</a:t>
            </a:r>
          </a:p>
          <a:p>
            <a:r>
              <a:rPr lang="pt-BR" dirty="0"/>
              <a:t>Marcos Antônio da Silva Almeida</a:t>
            </a:r>
          </a:p>
          <a:p>
            <a:r>
              <a:rPr lang="pt-BR" dirty="0"/>
              <a:t>Paulo Sócrates de Souza Pinheiro</a:t>
            </a:r>
          </a:p>
          <a:p>
            <a:r>
              <a:rPr lang="pt-BR" dirty="0"/>
              <a:t>Vinícius Santos Leite</a:t>
            </a:r>
          </a:p>
        </p:txBody>
      </p:sp>
    </p:spTree>
    <p:extLst>
      <p:ext uri="{BB962C8B-B14F-4D97-AF65-F5344CB8AC3E}">
        <p14:creationId xmlns:p14="http://schemas.microsoft.com/office/powerpoint/2010/main" val="34534773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9E83A-2E71-4AB7-BE52-5801266571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Back-</a:t>
            </a:r>
            <a:r>
              <a:rPr lang="pt-BR" dirty="0" err="1"/>
              <a:t>end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90036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53295-1DB3-4205-83FB-1F91EA00A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Django </a:t>
            </a:r>
            <a:r>
              <a:rPr lang="pt-BR" dirty="0" err="1"/>
              <a:t>Rest</a:t>
            </a:r>
            <a:r>
              <a:rPr lang="pt-BR" dirty="0"/>
              <a:t> Framework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1EDB39-18FE-4EE6-AC56-DCBCCB8CF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 Django REST Framework (DRF) é uma biblioteca para criar APIs </a:t>
            </a:r>
            <a:r>
              <a:rPr lang="pt-BR" b="1" dirty="0" err="1"/>
              <a:t>RESTful</a:t>
            </a:r>
            <a:r>
              <a:rPr lang="pt-BR" b="1" dirty="0"/>
              <a:t> com Django de forma rápida e organizada, oferecendo ferramentas prontas para serializar dados, controlar rotas e gerenciar autenticação</a:t>
            </a:r>
            <a:r>
              <a:rPr lang="pt-BR" dirty="0"/>
              <a:t>.</a:t>
            </a:r>
          </a:p>
          <a:p>
            <a:r>
              <a:rPr lang="pt-BR" b="1" dirty="0" err="1"/>
              <a:t>Serializers</a:t>
            </a:r>
            <a:r>
              <a:rPr lang="pt-BR" dirty="0"/>
              <a:t>: convertem modelos e outros objetos Python em JSON (ou outros formatos) e validam dados de entrada; funcionam de forma análoga a formulários, mas voltados para APIs</a:t>
            </a:r>
          </a:p>
          <a:p>
            <a:r>
              <a:rPr lang="pt-BR" b="1" dirty="0" err="1"/>
              <a:t>ViewSets</a:t>
            </a:r>
            <a:r>
              <a:rPr lang="pt-BR" dirty="0"/>
              <a:t>: agrupam ações CRUD (</a:t>
            </a:r>
            <a:r>
              <a:rPr lang="pt-BR" dirty="0" err="1"/>
              <a:t>list</a:t>
            </a:r>
            <a:r>
              <a:rPr lang="pt-BR" dirty="0"/>
              <a:t>, </a:t>
            </a:r>
            <a:r>
              <a:rPr lang="pt-BR" dirty="0" err="1"/>
              <a:t>retrieve</a:t>
            </a:r>
            <a:r>
              <a:rPr lang="pt-BR" dirty="0"/>
              <a:t>, </a:t>
            </a:r>
            <a:r>
              <a:rPr lang="pt-BR" dirty="0" err="1"/>
              <a:t>create</a:t>
            </a:r>
            <a:r>
              <a:rPr lang="pt-BR" dirty="0"/>
              <a:t>, update, delete) em classes reutilizáveis.</a:t>
            </a:r>
          </a:p>
          <a:p>
            <a:r>
              <a:rPr lang="pt-BR" dirty="0"/>
              <a:t>Suporte a Tokens</a:t>
            </a:r>
          </a:p>
        </p:txBody>
      </p:sp>
    </p:spTree>
    <p:extLst>
      <p:ext uri="{BB962C8B-B14F-4D97-AF65-F5344CB8AC3E}">
        <p14:creationId xmlns:p14="http://schemas.microsoft.com/office/powerpoint/2010/main" val="13456523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938BAD-A5DB-47A9-91F6-E85C55063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F0E527-4271-47BF-BC03-CE3D69A25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Models</a:t>
            </a:r>
            <a:r>
              <a:rPr lang="pt-BR" dirty="0"/>
              <a:t> no Django são classes Python que representam tabelas do banco de dados, definem </a:t>
            </a:r>
            <a:r>
              <a:rPr lang="pt-BR" b="1" dirty="0"/>
              <a:t>campos</a:t>
            </a:r>
            <a:r>
              <a:rPr lang="pt-BR" dirty="0"/>
              <a:t>, </a:t>
            </a:r>
            <a:r>
              <a:rPr lang="pt-BR" b="1" dirty="0"/>
              <a:t>relacionamentos</a:t>
            </a:r>
            <a:r>
              <a:rPr lang="pt-BR" dirty="0"/>
              <a:t> e comportamentos dos dados e são a base que o DRF usa para expor recursos via </a:t>
            </a:r>
            <a:r>
              <a:rPr lang="pt-BR" i="1" dirty="0" err="1"/>
              <a:t>serializers</a:t>
            </a:r>
            <a:r>
              <a:rPr lang="pt-BR" dirty="0"/>
              <a:t> e </a:t>
            </a:r>
            <a:r>
              <a:rPr lang="pt-BR" i="1" dirty="0" err="1"/>
              <a:t>viewsets</a:t>
            </a:r>
            <a:r>
              <a:rPr lang="pt-BR" dirty="0"/>
              <a:t> (ou seja, os models são a fonte única de verdade dos dados)</a:t>
            </a:r>
          </a:p>
        </p:txBody>
      </p:sp>
    </p:spTree>
    <p:extLst>
      <p:ext uri="{BB962C8B-B14F-4D97-AF65-F5344CB8AC3E}">
        <p14:creationId xmlns:p14="http://schemas.microsoft.com/office/powerpoint/2010/main" val="3259024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0EF78-7D9B-4852-AE14-773A5C121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Serializers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DC7C52-828B-4591-8689-BFD1D32A5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Serializers</a:t>
            </a:r>
            <a:r>
              <a:rPr lang="pt-BR" dirty="0"/>
              <a:t> são classes que transformam dados complexos (</a:t>
            </a:r>
            <a:r>
              <a:rPr lang="pt-BR" dirty="0" err="1"/>
              <a:t>querysets</a:t>
            </a:r>
            <a:r>
              <a:rPr lang="pt-BR" dirty="0"/>
              <a:t>, instâncias de models) em tipos nativos do Python que podem ser renderizados em JSON, XML ou outros formatos, e também fazem o caminho inverso: recebem dados da requisição, validam e convertem em objetos Python prontos para persistir</a:t>
            </a:r>
          </a:p>
        </p:txBody>
      </p:sp>
    </p:spTree>
    <p:extLst>
      <p:ext uri="{BB962C8B-B14F-4D97-AF65-F5344CB8AC3E}">
        <p14:creationId xmlns:p14="http://schemas.microsoft.com/office/powerpoint/2010/main" val="34775926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812173-55DB-4E07-B15C-059E243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BD1272-9B8D-4E96-90A6-E34B82B7B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</a:t>
            </a:r>
            <a:r>
              <a:rPr lang="pt-BR" dirty="0" err="1"/>
              <a:t>view</a:t>
            </a:r>
            <a:r>
              <a:rPr lang="pt-BR" dirty="0"/>
              <a:t> é o ponto de entrada de uma URL: ela recebe um </a:t>
            </a:r>
            <a:r>
              <a:rPr lang="pt-BR" dirty="0" err="1"/>
              <a:t>HttpRequest</a:t>
            </a:r>
            <a:r>
              <a:rPr lang="pt-BR" dirty="0"/>
              <a:t>, processa dados (validação, consultas ao banco, autorização) e retorna um </a:t>
            </a:r>
            <a:r>
              <a:rPr lang="pt-BR" dirty="0" err="1"/>
              <a:t>HttpResponse</a:t>
            </a:r>
            <a:r>
              <a:rPr lang="pt-BR" dirty="0"/>
              <a:t> ou Response no caso do DRF. Em APIs, a </a:t>
            </a:r>
            <a:r>
              <a:rPr lang="pt-BR" dirty="0" err="1"/>
              <a:t>view</a:t>
            </a:r>
            <a:r>
              <a:rPr lang="pt-BR" dirty="0"/>
              <a:t> também orquestra </a:t>
            </a:r>
            <a:r>
              <a:rPr lang="pt-BR" dirty="0" err="1"/>
              <a:t>serializers</a:t>
            </a:r>
            <a:r>
              <a:rPr lang="pt-BR" dirty="0"/>
              <a:t>, permissões e </a:t>
            </a:r>
            <a:r>
              <a:rPr lang="pt-BR" dirty="0" err="1"/>
              <a:t>renderers</a:t>
            </a:r>
            <a:r>
              <a:rPr lang="pt-BR" dirty="0"/>
              <a:t> para transformar dados entre Python e JSON.</a:t>
            </a:r>
          </a:p>
        </p:txBody>
      </p:sp>
    </p:spTree>
    <p:extLst>
      <p:ext uri="{BB962C8B-B14F-4D97-AF65-F5344CB8AC3E}">
        <p14:creationId xmlns:p14="http://schemas.microsoft.com/office/powerpoint/2010/main" val="2209303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D4BBB-306D-43D6-9282-29D72C9BC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Urls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2F9B72-3716-49DF-8A8A-885875C46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</a:t>
            </a:r>
            <a:r>
              <a:rPr lang="pt-BR" b="1" dirty="0" err="1"/>
              <a:t>URLs</a:t>
            </a:r>
            <a:r>
              <a:rPr lang="pt-BR" dirty="0"/>
              <a:t> (ou </a:t>
            </a:r>
            <a:r>
              <a:rPr lang="pt-BR" i="1" dirty="0" err="1"/>
              <a:t>URLconfs</a:t>
            </a:r>
            <a:r>
              <a:rPr lang="pt-BR" dirty="0"/>
              <a:t>) são módulos Python que fazem o </a:t>
            </a:r>
            <a:r>
              <a:rPr lang="pt-BR" b="1" dirty="0"/>
              <a:t>mapeamento entre padrões de caminho e as </a:t>
            </a:r>
            <a:r>
              <a:rPr lang="pt-BR" b="1" dirty="0" err="1"/>
              <a:t>views</a:t>
            </a:r>
            <a:r>
              <a:rPr lang="pt-BR" dirty="0"/>
              <a:t> que devem ser executadas quando uma requisição chega. Esse mapeamento é flexível e permite criar esquemas de URL limpos e legíveis, além de suportar internacionalização e construção dinâmica de rotas</a:t>
            </a:r>
          </a:p>
        </p:txBody>
      </p:sp>
    </p:spTree>
    <p:extLst>
      <p:ext uri="{BB962C8B-B14F-4D97-AF65-F5344CB8AC3E}">
        <p14:creationId xmlns:p14="http://schemas.microsoft.com/office/powerpoint/2010/main" val="1656004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69614-0CD7-4600-9CA8-EC14E5FC1C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Fim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908567-21E0-48F8-A581-E56BF2C7F6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Obrigado pela Autenticação</a:t>
            </a:r>
          </a:p>
        </p:txBody>
      </p:sp>
    </p:spTree>
    <p:extLst>
      <p:ext uri="{BB962C8B-B14F-4D97-AF65-F5344CB8AC3E}">
        <p14:creationId xmlns:p14="http://schemas.microsoft.com/office/powerpoint/2010/main" val="6806155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</TotalTime>
  <Words>346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Facetado</vt:lpstr>
      <vt:lpstr>SCGI</vt:lpstr>
      <vt:lpstr>Integrantes</vt:lpstr>
      <vt:lpstr>Back-end</vt:lpstr>
      <vt:lpstr>Django Rest Framework</vt:lpstr>
      <vt:lpstr>Models</vt:lpstr>
      <vt:lpstr>Serializers</vt:lpstr>
      <vt:lpstr>Views</vt:lpstr>
      <vt:lpstr>Urls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SCGI</dc:title>
  <dc:creator>Familia</dc:creator>
  <cp:lastModifiedBy>Familia</cp:lastModifiedBy>
  <cp:revision>3</cp:revision>
  <dcterms:created xsi:type="dcterms:W3CDTF">2025-11-25T15:22:23Z</dcterms:created>
  <dcterms:modified xsi:type="dcterms:W3CDTF">2025-11-25T15:47:22Z</dcterms:modified>
</cp:coreProperties>
</file>